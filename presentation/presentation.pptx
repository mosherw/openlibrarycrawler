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74C7EC"/>
                </a:solidFill>
              </a:rPr>
              <a:t>OpenLibrary Crawler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CCCDD"/>
                </a:solidFill>
              </a:rPr>
              <a:t>Web Automation &amp; Performance Testing
with Python + Playwright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74C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4C7EC"/>
                </a:solidFill>
              </a:rPr>
              <a:t>What Is OpenLibrary?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CCCCDD"/>
                </a:solidFill>
              </a:rPr>
              <a:t>Free, open-source digital library run by the Internet Archive</a:t>
            </a:r>
          </a:p>
          <a:p>
            <a:pPr/>
            <a:r>
              <a:rPr sz="1600">
                <a:solidFill>
                  <a:srgbClr val="CCCCDD"/>
                </a:solidFill>
              </a:rPr>
              <a:t>25 million+ book records — community-edited, wiki-style</a:t>
            </a:r>
          </a:p>
          <a:p>
            <a:pPr/>
            <a:r>
              <a:rPr sz="1600">
                <a:solidFill>
                  <a:srgbClr val="CCCCDD"/>
                </a:solidFill>
              </a:rPr>
              <a:t>Unique among book sites:</a:t>
            </a:r>
          </a:p>
          <a:p>
            <a:pPr lvl="1"/>
            <a:r>
              <a:rPr sz="1400">
                <a:solidFill>
                  <a:srgbClr val="CCCCDD"/>
                </a:solidFill>
              </a:rPr>
              <a:t>• Free digital lending (1-hour loans)</a:t>
            </a:r>
          </a:p>
          <a:p>
            <a:pPr lvl="1"/>
            <a:r>
              <a:rPr sz="1400">
                <a:solidFill>
                  <a:srgbClr val="CCCCDD"/>
                </a:solidFill>
              </a:rPr>
              <a:t>• Public API — no key required for reads</a:t>
            </a:r>
          </a:p>
          <a:p>
            <a:pPr lvl="1"/>
            <a:r>
              <a:rPr sz="1400">
                <a:solidFill>
                  <a:srgbClr val="CCCCDD"/>
                </a:solidFill>
              </a:rPr>
              <a:t>• Fully open-source codebase on GitHub</a:t>
            </a:r>
          </a:p>
          <a:p>
            <a:pPr lvl="1"/>
            <a:r>
              <a:rPr sz="1400">
                <a:solidFill>
                  <a:srgbClr val="CCCCDD"/>
                </a:solidFill>
              </a:rPr>
              <a:t>• Open data dumps (CC0 license)</a:t>
            </a:r>
          </a:p>
          <a:p>
            <a:pPr/>
            <a:r>
              <a:rPr sz="1600">
                <a:solidFill>
                  <a:srgbClr val="CCCCDD"/>
                </a:solidFill>
              </a:rPr>
              <a:t/>
            </a:r>
          </a:p>
          <a:p>
            <a:pPr/>
            <a:r>
              <a:rPr sz="1600">
                <a:solidFill>
                  <a:srgbClr val="CCCCDD"/>
                </a:solidFill>
              </a:rPr>
              <a:t>Reading-list UI (Want to Read / Currently Reading / Already Read)</a:t>
            </a:r>
          </a:p>
          <a:p>
            <a:pPr/>
            <a:r>
              <a:rPr sz="1600">
                <a:solidFill>
                  <a:srgbClr val="CCCCDD"/>
                </a:solidFill>
              </a:rPr>
              <a:t>is not fully covered by the API alone — an interesting automation target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4C7EC"/>
                </a:solidFill>
              </a:rPr>
              <a:t>Project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CCCCDD"/>
                </a:solidFill>
              </a:rPr>
              <a:t>Automate the full book-management lifecycle and measure real site performance:</a:t>
            </a:r>
          </a:p>
          <a:p>
            <a:pPr/>
            <a:r>
              <a:rPr sz="1600">
                <a:solidFill>
                  <a:srgbClr val="CCCCDD"/>
                </a:solidFill>
              </a:rPr>
              <a:t/>
            </a:r>
          </a:p>
          <a:p>
            <a:pPr lvl="1"/>
            <a:r>
              <a:rPr sz="1400">
                <a:solidFill>
                  <a:srgbClr val="CCCCDD"/>
                </a:solidFill>
              </a:rPr>
              <a:t>1.  Authenticate as a real user</a:t>
            </a:r>
          </a:p>
          <a:p>
            <a:pPr lvl="1"/>
            <a:r>
              <a:rPr sz="1400">
                <a:solidFill>
                  <a:srgbClr val="CCCCDD"/>
                </a:solidFill>
              </a:rPr>
              <a:t>2.  Search books by title + publication year</a:t>
            </a:r>
          </a:p>
          <a:p>
            <a:pPr lvl="1"/>
            <a:r>
              <a:rPr sz="1400">
                <a:solidFill>
                  <a:srgbClr val="CCCCDD"/>
                </a:solidFill>
              </a:rPr>
              <a:t>3.  Add books to reading shelves</a:t>
            </a:r>
          </a:p>
          <a:p>
            <a:pPr lvl="1"/>
            <a:r>
              <a:rPr sz="1400">
                <a:solidFill>
                  <a:srgbClr val="CCCCDD"/>
                </a:solidFill>
              </a:rPr>
              <a:t>4.  Assert shelf counts match expectations</a:t>
            </a:r>
          </a:p>
          <a:p>
            <a:pPr lvl="1"/>
            <a:r>
              <a:rPr sz="1400">
                <a:solidFill>
                  <a:srgbClr val="CCCCDD"/>
                </a:solidFill>
              </a:rPr>
              <a:t>5.  Measure page load performance (First Paint, DCL, Load Time)</a:t>
            </a:r>
          </a:p>
          <a:p>
            <a:pPr lvl="1"/>
            <a:r>
              <a:rPr sz="1400">
                <a:solidFill>
                  <a:srgbClr val="CCCCDD"/>
                </a:solidFill>
              </a:rPr>
              <a:t>6.  Generate an interactive HTML report</a:t>
            </a:r>
          </a:p>
          <a:p>
            <a:pPr/>
            <a:r>
              <a:rPr sz="1600">
                <a:solidFill>
                  <a:srgbClr val="CCCCDD"/>
                </a:solidFill>
              </a:rPr>
              <a:t/>
            </a:r>
          </a:p>
          <a:p>
            <a:pPr/>
            <a:r>
              <a:rPr sz="1600">
                <a:solidFill>
                  <a:srgbClr val="CCCCDD"/>
                </a:solidFill>
              </a:rPr>
              <a:t>Tech stack:  Python 3.10+  ·  Playwright (async)  ·  asyncio  ·  PyYAML  ·  Chart.js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4C7EC"/>
                </a:solidFill>
              </a:rPr>
              <a:t>Architecture — Page Object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4114800"/>
          </a:xfrm>
          <a:prstGeom prst="rect">
            <a:avLst/>
          </a:prstGeom>
          <a:solidFill>
            <a:srgbClr val="181828"/>
          </a:solidFill>
          <a:ln>
            <a:solidFill>
              <a:srgbClr val="74C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6E3A1"/>
                </a:solidFill>
              </a:rPr>
              <a:t>main.py
  └── orchestrator()
        ├── ProfilePage       ← shelf management &amp; assertions
        ├── HomePage          ← search input
        ├── SearchResultsPage ← result parsing + pagination
        └── BookPage          ← "Add to shelf" actions
All pages inherit BasePage → login via AuthPage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57800"/>
            <a:ext cx="11247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DD"/>
                </a:solidFill>
              </a:rPr>
              <a:t>Pattern: Page Object Model — one class per page, selectors isolated inside it</a:t>
            </a:r>
          </a:p>
          <a:p>
            <a:r>
              <a:rPr sz="1400">
                <a:solidFill>
                  <a:srgbClr val="CCCCDD"/>
                </a:solidFill>
              </a:rPr>
              <a:t>Pattern: Singleton — Browser, Logger, Config, Results (one instance per run)</a:t>
            </a:r>
          </a:p>
          <a:p>
            <a:r>
              <a:rPr sz="1400">
                <a:solidFill>
                  <a:srgbClr val="CCCCDD"/>
                </a:solidFill>
              </a:rPr>
              <a:t>Pattern: Factory Method — PageClass.create() handles async initialisation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4C7EC"/>
                </a:solidFill>
              </a:rPr>
              <a:t>Core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4114800"/>
          </a:xfrm>
          <a:prstGeom prst="rect">
            <a:avLst/>
          </a:prstGeom>
          <a:solidFill>
            <a:srgbClr val="181828"/>
          </a:solidFill>
          <a:ln>
            <a:solidFill>
              <a:srgbClr val="74C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6E3A1"/>
                </a:solidFill>
              </a:rPr>
              <a:t>options.yaml
  ↓
Config (singleton) — credentials + queries + settings
  ↓
ProfilePage.create() → login → navigate to profile
  ↓  (optional) clear shelves
  ↓
For each Query:
    search_books_by_title_under_year()  → list of URLs
    add_books_to_reading_list(urls)     → (want_count, read_count)
    assert_reading_list_count(expected) → pass / AssertionError
  ↓
logger.save_logs()  →  performance_report.json
generate_report()   →  report.html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57800"/>
            <a:ext cx="11247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DD"/>
                </a:solidFill>
              </a:rPr>
              <a:t>Shelf counts accumulate across queries — each assertion checks total shelf state, not just the current query's books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4C7EC"/>
                </a:solidFill>
              </a:rPr>
              <a:t>Performance Monitoring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42316.0" y="1143000"/>
          <a:ext cx="117043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5943600"/>
                <a:gridCol w="32004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1E1E2E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74C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1E1E2E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74C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1E1E2E"/>
                          </a:solidFill>
                        </a:rPr>
                        <a:t>Threshold</a:t>
                      </a:r>
                    </a:p>
                  </a:txBody>
                  <a:tcPr>
                    <a:solidFill>
                      <a:srgbClr val="74C7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first_paint_ms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performance.getEntriesByType('paint')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dom_content_loaded_ms</a:t>
                      </a:r>
                    </a:p>
                  </a:txBody>
                  <a:tcPr>
                    <a:solidFill>
                      <a:srgbClr val="222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PerformanceNavigationTiming.domContentLoadedEventEnd</a:t>
                      </a:r>
                    </a:p>
                  </a:txBody>
                  <a:tcPr>
                    <a:solidFill>
                      <a:srgbClr val="222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2223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load_time_ms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PerformanceNavigationTiming.loadEventEnd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configurable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is_within_threshold</a:t>
                      </a:r>
                    </a:p>
                  </a:txBody>
                  <a:tcPr>
                    <a:solidFill>
                      <a:srgbClr val="222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load_time_ms ≤ threshold</a:t>
                      </a:r>
                    </a:p>
                  </a:txBody>
                  <a:tcPr>
                    <a:solidFill>
                      <a:srgbClr val="222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BookPage 2500 ms</a:t>
                      </a:r>
                    </a:p>
                  </a:txBody>
                  <a:tcPr>
                    <a:solidFill>
                      <a:srgbClr val="2223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ProfilePage 2000 ms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222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222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SearchResults 5000 ms</a:t>
                      </a:r>
                    </a:p>
                  </a:txBody>
                  <a:tcPr>
                    <a:solidFill>
                      <a:srgbClr val="2223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4C7EC"/>
                </a:solidFill>
              </a:rPr>
              <a:t>Key Design Decisions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42316.0" y="1143000"/>
          <a:ext cx="117043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804672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1E1E2E"/>
                          </a:solidFill>
                        </a:rPr>
                        <a:t>Decision</a:t>
                      </a:r>
                    </a:p>
                  </a:txBody>
                  <a:tcPr>
                    <a:solidFill>
                      <a:srgbClr val="74C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1E1E2E"/>
                          </a:solidFill>
                        </a:rPr>
                        <a:t>Rationale</a:t>
                      </a:r>
                    </a:p>
                  </a:txBody>
                  <a:tcPr>
                    <a:solidFill>
                      <a:srgbClr val="74C7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Playwright over Selenium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Native async, built-in auto-wait, faster, modern API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Singleton Browser</a:t>
                      </a:r>
                    </a:p>
                  </a:txBody>
                  <a:tcPr>
                    <a:solidFill>
                      <a:srgbClr val="222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One tab reused — no context-switching overhead</a:t>
                      </a:r>
                    </a:p>
                  </a:txBody>
                  <a:tcPr>
                    <a:solidFill>
                      <a:srgbClr val="2223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create() factory on each page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async __init__ is invalid in Python; factory encapsulates setup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Book with 6 export formats</a:t>
                      </a:r>
                    </a:p>
                  </a:txBody>
                  <a:tcPr>
                    <a:solidFill>
                      <a:srgbClr val="222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JSON / XML / CSV / YAML / HTML / Markdown for downstream use</a:t>
                      </a:r>
                    </a:p>
                  </a:txBody>
                  <a:tcPr>
                    <a:solidFill>
                      <a:srgbClr val="2223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YAML config (not CLI args)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Nested queries + credentials are cleaner than flags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ReadingStatus Enum</a:t>
                      </a:r>
                    </a:p>
                  </a:txBody>
                  <a:tcPr>
                    <a:solidFill>
                      <a:srgbClr val="222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Replaces fragile bool | str return type with explicit states</a:t>
                      </a:r>
                    </a:p>
                  </a:txBody>
                  <a:tcPr>
                    <a:solidFill>
                      <a:srgbClr val="2223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4C7EC"/>
                </a:solidFill>
              </a:rPr>
              <a:t>Interesting Engineering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CCCCDD"/>
                </a:solidFill>
              </a:rPr>
              <a:t>1.  Stale UI during bulk shelf clearing</a:t>
            </a:r>
          </a:p>
          <a:p>
            <a:pPr lvl="1"/>
            <a:r>
              <a:rPr sz="1400">
                <a:solidFill>
                  <a:srgbClr val="CCCCDD"/>
                </a:solidFill>
              </a:rPr>
              <a:t>OpenLibrary's remove button stops responding after ~5 removals.</a:t>
            </a:r>
          </a:p>
          <a:p>
            <a:pPr lvl="1"/>
            <a:r>
              <a:rPr sz="1400">
                <a:solidFill>
                  <a:srgbClr val="CCCCDD"/>
                </a:solidFill>
              </a:rPr>
              <a:t>Fix: reload every ITERATIONS_BEFORE_RELOAD operations to reset the DOM.</a:t>
            </a:r>
          </a:p>
          <a:p>
            <a:pPr/>
            <a:r>
              <a:rPr sz="1600">
                <a:solidFill>
                  <a:srgbClr val="CCCCDD"/>
                </a:solidFill>
              </a:rPr>
              <a:t/>
            </a:r>
          </a:p>
          <a:p>
            <a:pPr/>
            <a:r>
              <a:rPr sz="1600">
                <a:solidFill>
                  <a:srgbClr val="CCCCDD"/>
                </a:solidFill>
              </a:rPr>
              <a:t>2.  Shelf button has three states</a:t>
            </a:r>
          </a:p>
          <a:p>
            <a:pPr lvl="1"/>
            <a:r>
              <a:rPr sz="1400">
                <a:solidFill>
                  <a:srgbClr val="CCCCDD"/>
                </a:solidFill>
              </a:rPr>
              <a:t>Unset / set to this shelf / set to a different shelf.</a:t>
            </a:r>
          </a:p>
          <a:p>
            <a:pPr lvl="1"/>
            <a:r>
              <a:rPr sz="1400">
                <a:solidFill>
                  <a:srgbClr val="CCCCDD"/>
                </a:solidFill>
              </a:rPr>
              <a:t>Modelled with ReadingStatus Enum  (SUCCESS=1, FAILURE=0, NOT_SUCCESS=-1).</a:t>
            </a:r>
          </a:p>
          <a:p>
            <a:pPr/>
            <a:r>
              <a:rPr sz="1600">
                <a:solidFill>
                  <a:srgbClr val="CCCCDD"/>
                </a:solidFill>
              </a:rPr>
              <a:t/>
            </a:r>
          </a:p>
          <a:p>
            <a:pPr/>
            <a:r>
              <a:rPr sz="1600">
                <a:solidFill>
                  <a:srgbClr val="CCCCDD"/>
                </a:solidFill>
              </a:rPr>
              <a:t>3.  No reliable post-login DOM signal</a:t>
            </a:r>
          </a:p>
          <a:p>
            <a:pPr lvl="1"/>
            <a:r>
              <a:rPr sz="1400">
                <a:solidFill>
                  <a:srgbClr val="CCCCDD"/>
                </a:solidFill>
              </a:rPr>
              <a:t>Current: wait_for_timeout(5000).  Correct fix: wait_for_url().</a:t>
            </a:r>
          </a:p>
          <a:p>
            <a:pPr/>
            <a:r>
              <a:rPr sz="1600">
                <a:solidFill>
                  <a:srgbClr val="CCCCDD"/>
                </a:solidFill>
              </a:rPr>
              <a:t/>
            </a:r>
          </a:p>
          <a:p>
            <a:pPr/>
            <a:r>
              <a:rPr sz="1600">
                <a:solidFill>
                  <a:srgbClr val="CCCCDD"/>
                </a:solidFill>
              </a:rPr>
              <a:t>4.  Cumulative shelf counts across queries</a:t>
            </a:r>
          </a:p>
          <a:p>
            <a:pPr lvl="1"/>
            <a:r>
              <a:rPr sz="1400">
                <a:solidFill>
                  <a:srgbClr val="CCCCDD"/>
                </a:solidFill>
              </a:rPr>
              <a:t>Counters carry over; each assertion checks total shelf state.</a:t>
            </a:r>
          </a:p>
          <a:p>
            <a:pPr/>
            <a:r>
              <a:rPr sz="1600">
                <a:solidFill>
                  <a:srgbClr val="CCCCDD"/>
                </a:solidFill>
              </a:rPr>
              <a:t/>
            </a:r>
          </a:p>
          <a:p>
            <a:pPr/>
            <a:r>
              <a:rPr sz="1600">
                <a:solidFill>
                  <a:srgbClr val="CCCCDD"/>
                </a:solidFill>
              </a:rPr>
              <a:t>5.  Duplicate performance log entries</a:t>
            </a:r>
          </a:p>
          <a:p>
            <a:pPr lvl="1"/>
            <a:r>
              <a:rPr sz="1400">
                <a:solidFill>
                  <a:srgbClr val="CCCCDD"/>
                </a:solidFill>
              </a:rPr>
              <a:t>navigate() and is_book_marked_as() both log the same URL.</a:t>
            </a:r>
          </a:p>
          <a:p>
            <a:pPr lvl="1"/>
            <a:r>
              <a:rPr sz="1400">
                <a:solidFill>
                  <a:srgbClr val="CCCCDD"/>
                </a:solidFill>
              </a:rPr>
              <a:t>Fix: deduplicate by (url, page) key in report generator.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4C7EC"/>
                </a:solidFill>
              </a:rPr>
              <a:t>OpenLibrary vs. Similar Sites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3796.0" y="114300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2011680"/>
                <a:gridCol w="228600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1E1E2E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74C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1E1E2E"/>
                          </a:solidFill>
                        </a:rPr>
                        <a:t>OpenLibrary</a:t>
                      </a:r>
                    </a:p>
                  </a:txBody>
                  <a:tcPr>
                    <a:solidFill>
                      <a:srgbClr val="74C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1E1E2E"/>
                          </a:solidFill>
                        </a:rPr>
                        <a:t>Goodreads</a:t>
                      </a:r>
                    </a:p>
                  </a:txBody>
                  <a:tcPr>
                    <a:solidFill>
                      <a:srgbClr val="74C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1E1E2E"/>
                          </a:solidFill>
                        </a:rPr>
                        <a:t>LibraryThing</a:t>
                      </a:r>
                    </a:p>
                  </a:txBody>
                  <a:tcPr>
                    <a:solidFill>
                      <a:srgbClr val="74C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1E1E2E"/>
                          </a:solidFill>
                        </a:rPr>
                        <a:t>Google Books</a:t>
                      </a:r>
                    </a:p>
                  </a:txBody>
                  <a:tcPr>
                    <a:solidFill>
                      <a:srgbClr val="74C7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Internet Archive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Amazon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TinyCat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Google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API</a:t>
                      </a:r>
                    </a:p>
                  </a:txBody>
                  <a:tcPr>
                    <a:solidFill>
                      <a:srgbClr val="222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Free, no key</a:t>
                      </a:r>
                    </a:p>
                  </a:txBody>
                  <a:tcPr>
                    <a:solidFill>
                      <a:srgbClr val="222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Deprecated 2020</a:t>
                      </a:r>
                    </a:p>
                  </a:txBody>
                  <a:tcPr>
                    <a:solidFill>
                      <a:srgbClr val="222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Key required</a:t>
                      </a:r>
                    </a:p>
                  </a:txBody>
                  <a:tcPr>
                    <a:solidFill>
                      <a:srgbClr val="222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Key + quota</a:t>
                      </a:r>
                    </a:p>
                  </a:txBody>
                  <a:tcPr>
                    <a:solidFill>
                      <a:srgbClr val="2223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Open source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Digital lending</a:t>
                      </a:r>
                    </a:p>
                  </a:txBody>
                  <a:tcPr>
                    <a:solidFill>
                      <a:srgbClr val="222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222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222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222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Preview only</a:t>
                      </a:r>
                    </a:p>
                  </a:txBody>
                  <a:tcPr>
                    <a:solidFill>
                      <a:srgbClr val="2223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Community editing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Yes (wiki)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Open data</a:t>
                      </a:r>
                    </a:p>
                  </a:txBody>
                  <a:tcPr>
                    <a:solidFill>
                      <a:srgbClr val="222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Yes (CC0 dump)</a:t>
                      </a:r>
                    </a:p>
                  </a:txBody>
                  <a:tcPr>
                    <a:solidFill>
                      <a:srgbClr val="222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222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222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2223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Automatable?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Yes — UI + API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Very limited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Yes (key)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</a:rPr>
                        <a:t>Yes (quota)</a:t>
                      </a:r>
                    </a:p>
                  </a:txBody>
                  <a:tcPr>
                    <a:solidFill>
                      <a:srgbClr val="2829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4C7EC"/>
                </a:solidFill>
              </a:rPr>
              <a:t>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CCCCDD"/>
                </a:solidFill>
              </a:rPr>
              <a:t>1.  Replace wait_for_timeout(5000) post-login with wait_for_url()</a:t>
            </a:r>
          </a:p>
          <a:p>
            <a:pPr lvl="1"/>
            <a:r>
              <a:rPr sz="1400">
                <a:solidFill>
                  <a:srgbClr val="CCCCDD"/>
                </a:solidFill>
              </a:rPr>
              <a:t>Eliminates network-dependent flakiness</a:t>
            </a:r>
          </a:p>
          <a:p>
            <a:pPr/>
            <a:r>
              <a:rPr sz="1600">
                <a:solidFill>
                  <a:srgbClr val="CCCCDD"/>
                </a:solidFill>
              </a:rPr>
              <a:t/>
            </a:r>
          </a:p>
          <a:p>
            <a:pPr/>
            <a:r>
              <a:rPr sz="1600">
                <a:solidFill>
                  <a:srgbClr val="CCCCDD"/>
                </a:solidFill>
              </a:rPr>
              <a:t>2.  Add shelf field to Query config</a:t>
            </a:r>
          </a:p>
          <a:p>
            <a:pPr lvl="1"/>
            <a:r>
              <a:rPr sz="1400">
                <a:solidFill>
                  <a:srgbClr val="CCCCDD"/>
                </a:solidFill>
              </a:rPr>
              <a:t>Removes random shelf assignment — makes runs reproducible</a:t>
            </a:r>
          </a:p>
          <a:p>
            <a:pPr/>
            <a:r>
              <a:rPr sz="1600">
                <a:solidFill>
                  <a:srgbClr val="CCCCDD"/>
                </a:solidFill>
              </a:rPr>
              <a:t/>
            </a:r>
          </a:p>
          <a:p>
            <a:pPr/>
            <a:r>
              <a:rPr sz="1600">
                <a:solidFill>
                  <a:srgbClr val="CCCCDD"/>
                </a:solidFill>
              </a:rPr>
              <a:t>3.  Parallel query execution with asyncio.gather() + Page pool</a:t>
            </a:r>
          </a:p>
          <a:p>
            <a:pPr lvl="1"/>
            <a:r>
              <a:rPr sz="1400">
                <a:solidFill>
                  <a:srgbClr val="CCCCDD"/>
                </a:solidFill>
              </a:rPr>
              <a:t>Each query worker gets its own page; Logger/Results singletons already safe</a:t>
            </a:r>
          </a:p>
          <a:p>
            <a:pPr/>
            <a:r>
              <a:rPr sz="1600">
                <a:solidFill>
                  <a:srgbClr val="CCCCDD"/>
                </a:solidFill>
              </a:rPr>
              <a:t/>
            </a:r>
          </a:p>
          <a:p>
            <a:pPr/>
            <a:r>
              <a:rPr sz="1600">
                <a:solidFill>
                  <a:srgbClr val="CCCCDD"/>
                </a:solidFill>
              </a:rPr>
              <a:t>4.  Retry decorator for flaky navigation &amp; book-add operations</a:t>
            </a:r>
          </a:p>
          <a:p>
            <a:pPr/>
            <a:r>
              <a:rPr sz="1600">
                <a:solidFill>
                  <a:srgbClr val="CCCCDD"/>
                </a:solidFill>
              </a:rPr>
              <a:t/>
            </a:r>
          </a:p>
          <a:p>
            <a:pPr/>
            <a:r>
              <a:rPr sz="1600">
                <a:solidFill>
                  <a:srgbClr val="CCCCDD"/>
                </a:solidFill>
              </a:rPr>
              <a:t>5.  Fix report gallery — glob('*.png') → glob('**/*.png')</a:t>
            </a:r>
          </a:p>
          <a:p>
            <a:pPr lvl="1"/>
            <a:r>
              <a:rPr sz="1400">
                <a:solidFill>
                  <a:srgbClr val="CCCCDD"/>
                </a:solidFill>
              </a:rPr>
              <a:t>Book-page screenshots in subdirectories currently missing from the report</a:t>
            </a:r>
          </a:p>
          <a:p>
            <a:pPr/>
            <a:r>
              <a:rPr sz="1600">
                <a:solidFill>
                  <a:srgbClr val="CCCCDD"/>
                </a:solidFill>
              </a:rPr>
              <a:t/>
            </a:r>
          </a:p>
          <a:p>
            <a:pPr/>
            <a:r>
              <a:rPr sz="1600">
                <a:solidFill>
                  <a:srgbClr val="CCCCDD"/>
                </a:solidFill>
              </a:rPr>
              <a:t>6.  Persist results to SQLite — track performance trends across runs</a:t>
            </a:r>
          </a:p>
          <a:p>
            <a:pPr/>
            <a:r>
              <a:rPr sz="1600">
                <a:solidFill>
                  <a:srgbClr val="CCCCDD"/>
                </a:solidFill>
              </a:rPr>
              <a:t/>
            </a:r>
          </a:p>
          <a:p>
            <a:pPr/>
            <a:r>
              <a:rPr sz="1600">
                <a:solidFill>
                  <a:srgbClr val="CCCCDD"/>
                </a:solidFill>
              </a:rPr>
              <a:t>7.  Docker + CI — run on every commit, detect regressions automatically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